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95" r:id="rId2"/>
    <p:sldId id="297" r:id="rId3"/>
    <p:sldId id="299" r:id="rId4"/>
    <p:sldId id="300" r:id="rId5"/>
    <p:sldId id="293" r:id="rId6"/>
    <p:sldId id="294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7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ABD67A-0426-4627-AFA5-69B8ED3FAADA}" type="datetimeFigureOut">
              <a:rPr lang="en-GB" smtClean="0"/>
              <a:t>08/04/2025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3A561B-5E6E-4D8A-A842-179B33CBCC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8643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A13DB-81D0-99CC-443B-CB462B88F8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31622F-6898-29E1-BD47-90AECEA6A8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9C2CB-186A-13F7-EFD8-6AA78493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80E0F-4502-445D-B370-B0D35A0D832F}" type="datetimeFigureOut">
              <a:rPr lang="en-GB" smtClean="0"/>
              <a:t>08/04/2025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66714-7C32-31C2-0037-688F96441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2DDC9-6EED-F78C-1E05-D014742AC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E1F61-4BC0-4D40-9721-2ACD902270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2148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D5C03-A0B8-C70B-5681-141CC6A6C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1CD3C-3383-82B5-5989-6056F9CDA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8A366-DB1D-9AC4-981B-4F43ECF77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80E0F-4502-445D-B370-B0D35A0D832F}" type="datetimeFigureOut">
              <a:rPr lang="en-GB" smtClean="0"/>
              <a:t>08/04/2025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5E199-7B04-106E-C61E-EDD3BF34F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59351-376D-2F72-0DE9-151D7C3F1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E1F61-4BC0-4D40-9721-2ACD902270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698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6FBFF-DD35-E738-7D36-82D2BA3F2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B6727-7298-3307-AE65-39A4EC83F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1311A-D2AB-E2C6-E53B-7E3B933D5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80E0F-4502-445D-B370-B0D35A0D832F}" type="datetimeFigureOut">
              <a:rPr lang="en-GB" smtClean="0"/>
              <a:t>08/04/2025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B7FE4-8C13-B07A-7377-E7198C141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6E7B5-77AF-7EAA-2290-74C80AFD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E1F61-4BC0-4D40-9721-2ACD902270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1313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811ED-21E5-F21E-F435-62B9E2BEC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CD2BA-5CE8-E9F4-39A1-8394A19CD6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1FCE5B-FD39-2CD7-C04A-B1532C101A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32078B-2431-DF59-933C-262816B4D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80E0F-4502-445D-B370-B0D35A0D832F}" type="datetimeFigureOut">
              <a:rPr lang="en-GB" smtClean="0"/>
              <a:t>08/04/2025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7088E0-8DDE-4EAF-6BCF-4AEFEA0CA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99478-60B5-F91E-942B-266C4DDB6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E1F61-4BC0-4D40-9721-2ACD902270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5907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0BDBF-0E3C-8F8B-3464-14771C87A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126F93-62B9-47DE-CC7C-C55F56DEE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086A65-221D-E1F2-E751-F22D23D6AB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C2C99B-B2F5-9AFC-C0B4-D5C6339C21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0218D0-7D05-589C-BAAD-CF85CBBF6F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9940AB-0BA9-0F7A-4A23-2D7147B57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80E0F-4502-445D-B370-B0D35A0D832F}" type="datetimeFigureOut">
              <a:rPr lang="en-GB" smtClean="0"/>
              <a:t>08/04/2025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322B4A-FF95-46C3-1B5F-1933AE8A7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BBD5DA-0F79-620C-4D6E-A18DA83FB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E1F61-4BC0-4D40-9721-2ACD902270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9581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223FB-29E9-7CFE-93CB-329FF336B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26B617-E9E1-138E-354B-61BDD4C4F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80E0F-4502-445D-B370-B0D35A0D832F}" type="datetimeFigureOut">
              <a:rPr lang="en-GB" smtClean="0"/>
              <a:t>08/04/2025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B1122C-918F-E09F-2B4A-DBE2A26C1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E6D109-B153-7981-9206-B98941A93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E1F61-4BC0-4D40-9721-2ACD902270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5980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DD878C-EBA0-36E6-651C-38D3E1115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80E0F-4502-445D-B370-B0D35A0D832F}" type="datetimeFigureOut">
              <a:rPr lang="en-GB" smtClean="0"/>
              <a:t>08/04/2025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ACE6E9-20AE-1FCA-BA5A-D2F95503C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58491-E31A-AFC7-F91C-82EB36F64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E1F61-4BC0-4D40-9721-2ACD902270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979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106C1-33B6-D187-C69B-831659118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4E607-37A4-6D76-DED0-34D94E7F5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911DD7-DF5E-A0CF-FC98-0D51EEED16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B912D5-B2AD-5C27-0BCE-D1A08EBA6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80E0F-4502-445D-B370-B0D35A0D832F}" type="datetimeFigureOut">
              <a:rPr lang="en-GB" smtClean="0"/>
              <a:t>08/04/2025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96465-E4F4-DFD7-57A7-38019C446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A3EFB2-C6EC-9350-20CA-3BE2E24F4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E1F61-4BC0-4D40-9721-2ACD902270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2026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8DDA2-3728-D48F-0F2F-BD0133D75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1A471A-ECCE-05B6-496E-4F899EBE51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8653A3-C357-A94D-927B-9C78F815E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DAC54A-90F2-F3D7-3987-B805F513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80E0F-4502-445D-B370-B0D35A0D832F}" type="datetimeFigureOut">
              <a:rPr lang="en-GB" smtClean="0"/>
              <a:t>08/04/2025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EB53B-EEB7-73C7-51E6-3EBA90601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CD1C12-18A6-7E64-A586-D4DF00CAA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E1F61-4BC0-4D40-9721-2ACD902270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1917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88BCA-3D3D-0B44-28CA-BBF9CC797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16E4F5-4F2A-4888-79C8-9122BC52FE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FDD82-D866-2EAB-D397-EB3EE2671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80E0F-4502-445D-B370-B0D35A0D832F}" type="datetimeFigureOut">
              <a:rPr lang="en-GB" smtClean="0"/>
              <a:t>08/04/2025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4A0DE-3658-B5C0-F143-03ACC4BE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E8D80-142D-882E-7FAE-53260A4DF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E1F61-4BC0-4D40-9721-2ACD902270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9021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5302B-253A-BE9C-9F40-28A48F2F35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82E075-F68E-4128-79EF-2E4FE5DBD9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2E335-046D-9A22-AF9D-DF8C4DF0E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80E0F-4502-445D-B370-B0D35A0D832F}" type="datetimeFigureOut">
              <a:rPr lang="en-GB" smtClean="0"/>
              <a:t>08/04/2025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940CA-76EF-EF61-815D-16D1C14B2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84052-0979-B2CC-5A9C-4112933F4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E1F61-4BC0-4D40-9721-2ACD902270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1028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045EC3-56EE-9C02-F0D5-E74E3C09D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35BD5-E37B-86EC-C491-4BD81CD1D7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81583-6524-FD14-E5B0-A8E901E9C0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980E0F-4502-445D-B370-B0D35A0D832F}" type="datetimeFigureOut">
              <a:rPr lang="en-GB" smtClean="0"/>
              <a:t>08/04/2025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11163-8D8B-8E9B-018A-9B678D31F2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524A9-57CA-A172-C94E-E879A7A49A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7E1F61-4BC0-4D40-9721-2ACD902270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745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s://julialang.org/downloads/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F5C14A71-3EFD-4F3F-B103-6954ED3024A3}"/>
              </a:ext>
            </a:extLst>
          </p:cNvPr>
          <p:cNvSpPr txBox="1"/>
          <p:nvPr/>
        </p:nvSpPr>
        <p:spPr>
          <a:xfrm>
            <a:off x="2311321" y="3896765"/>
            <a:ext cx="71522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https://inkscape.org/fr/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Allow to open MAGEMinApp figure vector format (</a:t>
            </a:r>
            <a:r>
              <a:rPr lang="en-GB" dirty="0" err="1"/>
              <a:t>svg</a:t>
            </a:r>
            <a:r>
              <a:rPr lang="en-GB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Illustrator works too…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BD05-6E0D-442A-8B60-C4DD93148A32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6235E7-AAE2-FF4B-6A74-96E3CA2FC9BA}"/>
              </a:ext>
            </a:extLst>
          </p:cNvPr>
          <p:cNvSpPr/>
          <p:nvPr/>
        </p:nvSpPr>
        <p:spPr>
          <a:xfrm>
            <a:off x="0" y="1"/>
            <a:ext cx="12192000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Bookman Old Style" panose="02050604050505020204" pitchFamily="18" charset="0"/>
              </a:rPr>
              <a:t>Required and optional software for the </a:t>
            </a:r>
            <a:r>
              <a:rPr lang="en-US" sz="2400" b="1" dirty="0" err="1">
                <a:latin typeface="Bookman Old Style" panose="02050604050505020204" pitchFamily="18" charset="0"/>
              </a:rPr>
              <a:t>shortcourse</a:t>
            </a:r>
            <a:endParaRPr lang="en-US" sz="2400" b="1" dirty="0">
              <a:latin typeface="Bookman Old Style" panose="0205060405050502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FCBD5B-F661-467F-EA98-CDF41A197F18}"/>
              </a:ext>
            </a:extLst>
          </p:cNvPr>
          <p:cNvSpPr txBox="1"/>
          <p:nvPr/>
        </p:nvSpPr>
        <p:spPr>
          <a:xfrm>
            <a:off x="2311321" y="2919898"/>
            <a:ext cx="99752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1800" dirty="0">
                <a:latin typeface="Calibri (Body)"/>
                <a:cs typeface="Times New Roman" pitchFamily="18" charset="0"/>
              </a:rPr>
              <a:t>Visual Studio Code – Code editor </a:t>
            </a:r>
            <a:r>
              <a:rPr lang="en-GB" sz="1800" dirty="0">
                <a:latin typeface="Calibri (Body)"/>
                <a:cs typeface="Times New Roman" pitchFamily="18" charset="0"/>
                <a:hlinkClick r:id="rId2"/>
              </a:rPr>
              <a:t>https://code.visualstudio.com/</a:t>
            </a:r>
            <a:endParaRPr lang="en-GB" sz="1800" dirty="0">
              <a:latin typeface="Calibri (Body)"/>
              <a:cs typeface="Times New Roman" pitchFamily="18" charset="0"/>
            </a:endParaRPr>
          </a:p>
          <a:p>
            <a:pPr marL="800091" lvl="1" indent="-342891">
              <a:buFont typeface="Arial" panose="020B0604020202020204" pitchFamily="34" charset="0"/>
              <a:buChar char="•"/>
            </a:pPr>
            <a:r>
              <a:rPr lang="en-GB" dirty="0">
                <a:latin typeface="Calibri (Body)"/>
                <a:cs typeface="Times New Roman" pitchFamily="18" charset="0"/>
              </a:rPr>
              <a:t>Allow Windows user to connect to Linux WSL and get the best performance for MAGEMin</a:t>
            </a:r>
          </a:p>
        </p:txBody>
      </p:sp>
      <p:pic>
        <p:nvPicPr>
          <p:cNvPr id="9" name="Picture 8" descr="A blue logo with white border&#10;&#10;Description automatically generated">
            <a:extLst>
              <a:ext uri="{FF2B5EF4-FFF2-40B4-BE49-F238E27FC236}">
                <a16:creationId xmlns:a16="http://schemas.microsoft.com/office/drawing/2014/main" id="{9C54DBDB-5118-B05A-9542-826CD7EA87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650" y="2808258"/>
            <a:ext cx="763822" cy="763822"/>
          </a:xfrm>
          <a:prstGeom prst="rect">
            <a:avLst/>
          </a:prstGeom>
        </p:spPr>
      </p:pic>
      <p:pic>
        <p:nvPicPr>
          <p:cNvPr id="14" name="Picture 13" descr="A logo with black letters and colorful dots&#10;&#10;Description automatically generated">
            <a:extLst>
              <a:ext uri="{FF2B5EF4-FFF2-40B4-BE49-F238E27FC236}">
                <a16:creationId xmlns:a16="http://schemas.microsoft.com/office/drawing/2014/main" id="{B8DE8168-D2CE-3CDF-D661-EB3DA4A6AA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45" y="1695491"/>
            <a:ext cx="2181896" cy="111276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5C0DE45-689A-3446-4948-5F1D0E62E111}"/>
              </a:ext>
            </a:extLst>
          </p:cNvPr>
          <p:cNvSpPr txBox="1"/>
          <p:nvPr/>
        </p:nvSpPr>
        <p:spPr>
          <a:xfrm>
            <a:off x="2276488" y="2063164"/>
            <a:ext cx="71522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linkClick r:id="rId5"/>
              </a:rPr>
              <a:t>https://julialang.org/downloads/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Allow to install and use MAGEMinApp and MAGEMin_C</a:t>
            </a:r>
          </a:p>
        </p:txBody>
      </p:sp>
      <p:pic>
        <p:nvPicPr>
          <p:cNvPr id="24" name="Picture 23" descr="A mountain with a white peak&#10;&#10;Description automatically generated with medium confidence">
            <a:extLst>
              <a:ext uri="{FF2B5EF4-FFF2-40B4-BE49-F238E27FC236}">
                <a16:creationId xmlns:a16="http://schemas.microsoft.com/office/drawing/2014/main" id="{AD2EC790-B2A3-CD7F-4976-7B966B9C02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308" y="3787200"/>
            <a:ext cx="1008802" cy="1002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90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BD05-6E0D-442A-8B60-C4DD93148A32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340387-9974-F37E-B3BC-F6FDA98E932F}"/>
              </a:ext>
            </a:extLst>
          </p:cNvPr>
          <p:cNvSpPr txBox="1"/>
          <p:nvPr/>
        </p:nvSpPr>
        <p:spPr>
          <a:xfrm>
            <a:off x="2579983" y="2884977"/>
            <a:ext cx="683392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0" b="1" dirty="0"/>
              <a:t>Windows,</a:t>
            </a:r>
          </a:p>
          <a:p>
            <a:pPr algn="ctr"/>
            <a:r>
              <a:rPr lang="en-US" sz="8000" b="1" dirty="0"/>
              <a:t>Mac and Linux</a:t>
            </a:r>
            <a:endParaRPr lang="en-GB" sz="8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02C087-F7A6-3A1B-0971-B78402CA4A17}"/>
              </a:ext>
            </a:extLst>
          </p:cNvPr>
          <p:cNvSpPr txBox="1"/>
          <p:nvPr/>
        </p:nvSpPr>
        <p:spPr>
          <a:xfrm>
            <a:off x="2336262" y="1326272"/>
            <a:ext cx="732136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/>
              <a:t>Julia installation</a:t>
            </a:r>
            <a:endParaRPr lang="en-GB" sz="8000" dirty="0"/>
          </a:p>
        </p:txBody>
      </p:sp>
    </p:spTree>
    <p:extLst>
      <p:ext uri="{BB962C8B-B14F-4D97-AF65-F5344CB8AC3E}">
        <p14:creationId xmlns:p14="http://schemas.microsoft.com/office/powerpoint/2010/main" val="192003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BD05-6E0D-442A-8B60-C4DD93148A32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ED2DF6-44EA-8271-6DB3-2E2F11EB03F5}"/>
              </a:ext>
            </a:extLst>
          </p:cNvPr>
          <p:cNvSpPr/>
          <p:nvPr/>
        </p:nvSpPr>
        <p:spPr>
          <a:xfrm>
            <a:off x="0" y="1"/>
            <a:ext cx="12192000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Bookman Old Style" panose="02050604050505020204" pitchFamily="18" charset="0"/>
              </a:rPr>
              <a:t>Julia installation - </a:t>
            </a:r>
            <a:r>
              <a:rPr lang="en-US" sz="2400" b="1" dirty="0"/>
              <a:t>https://</a:t>
            </a:r>
            <a:r>
              <a:rPr lang="en-US" sz="2400" b="1" dirty="0" err="1"/>
              <a:t>julialang.org</a:t>
            </a:r>
            <a:r>
              <a:rPr lang="en-US" sz="2400" b="1" dirty="0"/>
              <a:t>/downloads/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882884-6C47-C0D4-8E0B-F02571A11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179" y="3999319"/>
            <a:ext cx="9945414" cy="26722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A80906E-084A-DFAC-B6A9-ED3942040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179" y="1045475"/>
            <a:ext cx="9945414" cy="26319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5B836DC-7088-D933-26E6-BA114F2155FF}"/>
              </a:ext>
            </a:extLst>
          </p:cNvPr>
          <p:cNvSpPr txBox="1"/>
          <p:nvPr/>
        </p:nvSpPr>
        <p:spPr>
          <a:xfrm>
            <a:off x="8610600" y="1697252"/>
            <a:ext cx="17176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/>
              <a:t>Powershell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798A0F-1EE8-7933-454D-4098B714E715}"/>
              </a:ext>
            </a:extLst>
          </p:cNvPr>
          <p:cNvSpPr txBox="1"/>
          <p:nvPr/>
        </p:nvSpPr>
        <p:spPr>
          <a:xfrm>
            <a:off x="8818978" y="4623837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Terminal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E6CB6E-FEF4-3C51-6302-EBFD2B3CE330}"/>
              </a:ext>
            </a:extLst>
          </p:cNvPr>
          <p:cNvSpPr txBox="1"/>
          <p:nvPr/>
        </p:nvSpPr>
        <p:spPr>
          <a:xfrm rot="16200000">
            <a:off x="-634397" y="1387815"/>
            <a:ext cx="27116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Windows</a:t>
            </a: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D8AE38-AEAC-CB1E-3A56-D520E0F766E8}"/>
              </a:ext>
            </a:extLst>
          </p:cNvPr>
          <p:cNvSpPr txBox="1"/>
          <p:nvPr/>
        </p:nvSpPr>
        <p:spPr>
          <a:xfrm rot="16200000">
            <a:off x="-634397" y="4682997"/>
            <a:ext cx="27116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Linux/Mac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12946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BD05-6E0D-442A-8B60-C4DD93148A32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340387-9974-F37E-B3BC-F6FDA98E932F}"/>
              </a:ext>
            </a:extLst>
          </p:cNvPr>
          <p:cNvSpPr txBox="1"/>
          <p:nvPr/>
        </p:nvSpPr>
        <p:spPr>
          <a:xfrm>
            <a:off x="2561877" y="3053008"/>
            <a:ext cx="683392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0" b="1" dirty="0"/>
              <a:t>Windows</a:t>
            </a:r>
            <a:br>
              <a:rPr lang="en-US" sz="8000" b="1" dirty="0"/>
            </a:br>
            <a:r>
              <a:rPr lang="en-US" sz="8000" b="1" dirty="0"/>
              <a:t>Mac and Linux</a:t>
            </a:r>
            <a:endParaRPr lang="en-GB" sz="8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A29AA5-807F-5370-1CFA-47323F4C41E4}"/>
              </a:ext>
            </a:extLst>
          </p:cNvPr>
          <p:cNvSpPr txBox="1"/>
          <p:nvPr/>
        </p:nvSpPr>
        <p:spPr>
          <a:xfrm>
            <a:off x="945517" y="654930"/>
            <a:ext cx="966771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dirty="0"/>
              <a:t>MAGEMinApp &amp; MAGEMin_C</a:t>
            </a:r>
          </a:p>
          <a:p>
            <a:pPr algn="ctr"/>
            <a:r>
              <a:rPr lang="en-US" sz="6000" dirty="0"/>
              <a:t> installation</a:t>
            </a:r>
            <a:endParaRPr lang="en-GB" sz="6000" dirty="0"/>
          </a:p>
        </p:txBody>
      </p:sp>
    </p:spTree>
    <p:extLst>
      <p:ext uri="{BB962C8B-B14F-4D97-AF65-F5344CB8AC3E}">
        <p14:creationId xmlns:p14="http://schemas.microsoft.com/office/powerpoint/2010/main" val="448597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BD05-6E0D-442A-8B60-C4DD93148A32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6235E7-AAE2-FF4B-6A74-96E3CA2FC9BA}"/>
              </a:ext>
            </a:extLst>
          </p:cNvPr>
          <p:cNvSpPr/>
          <p:nvPr/>
        </p:nvSpPr>
        <p:spPr>
          <a:xfrm>
            <a:off x="0" y="1"/>
            <a:ext cx="12192000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Bookman Old Style" panose="02050604050505020204" pitchFamily="18" charset="0"/>
              </a:rPr>
              <a:t>Install MAGEMinApp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129FE4-915E-AF0A-37D9-7BC9FC874F0B}"/>
              </a:ext>
            </a:extLst>
          </p:cNvPr>
          <p:cNvSpPr txBox="1"/>
          <p:nvPr/>
        </p:nvSpPr>
        <p:spPr>
          <a:xfrm>
            <a:off x="258914" y="875133"/>
            <a:ext cx="1072458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1800" dirty="0">
                <a:latin typeface="Calibri (Body)"/>
                <a:cs typeface="Times New Roman" pitchFamily="18" charset="0"/>
              </a:rPr>
              <a:t>Open a new terminal (</a:t>
            </a:r>
            <a:r>
              <a:rPr lang="en-GB" sz="1800" dirty="0" err="1">
                <a:latin typeface="Calibri (Body)"/>
                <a:cs typeface="Times New Roman" pitchFamily="18" charset="0"/>
              </a:rPr>
              <a:t>vscode</a:t>
            </a:r>
            <a:r>
              <a:rPr lang="en-GB" sz="1800" dirty="0">
                <a:latin typeface="Calibri (Body)"/>
                <a:cs typeface="Times New Roman" pitchFamily="18" charset="0"/>
              </a:rPr>
              <a:t> for those who use it, or terminal/</a:t>
            </a:r>
            <a:r>
              <a:rPr lang="en-GB" sz="1800" dirty="0" err="1">
                <a:latin typeface="Calibri (Body)"/>
                <a:cs typeface="Times New Roman" pitchFamily="18" charset="0"/>
              </a:rPr>
              <a:t>powershell</a:t>
            </a:r>
            <a:r>
              <a:rPr lang="en-GB" sz="1800" dirty="0">
                <a:latin typeface="Calibri (Body)"/>
                <a:cs typeface="Times New Roman" pitchFamily="18" charset="0"/>
              </a:rPr>
              <a:t> for others)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dirty="0">
                <a:latin typeface="Calibri (Body)"/>
                <a:cs typeface="Times New Roman" pitchFamily="18" charset="0"/>
              </a:rPr>
              <a:t>Type:</a:t>
            </a:r>
            <a:br>
              <a:rPr lang="en-GB" dirty="0">
                <a:latin typeface="Calibri (Body)"/>
                <a:cs typeface="Times New Roman" pitchFamily="18" charset="0"/>
              </a:rPr>
            </a:br>
            <a:r>
              <a:rPr lang="en-GB" dirty="0" err="1">
                <a:latin typeface="Calibri (Body)"/>
                <a:cs typeface="Times New Roman" pitchFamily="18" charset="0"/>
              </a:rPr>
              <a:t>julia</a:t>
            </a:r>
            <a:r>
              <a:rPr lang="en-GB" dirty="0">
                <a:latin typeface="Calibri (Body)"/>
                <a:cs typeface="Times New Roman" pitchFamily="18" charset="0"/>
              </a:rPr>
              <a:t> –t 6	# where 6 is the number of core you want to use (depends 	on your machine, type 			# ‘</a:t>
            </a:r>
            <a:r>
              <a:rPr lang="en-GB" dirty="0" err="1">
                <a:latin typeface="Calibri (Body)"/>
                <a:cs typeface="Times New Roman" pitchFamily="18" charset="0"/>
              </a:rPr>
              <a:t>versioninfo</a:t>
            </a:r>
            <a:r>
              <a:rPr lang="en-GB" dirty="0">
                <a:latin typeface="Calibri (Body)"/>
                <a:cs typeface="Times New Roman" pitchFamily="18" charset="0"/>
              </a:rPr>
              <a:t>()’ to get more </a:t>
            </a:r>
            <a:r>
              <a:rPr lang="en-GB" dirty="0" err="1">
                <a:latin typeface="Calibri (Body)"/>
                <a:cs typeface="Times New Roman" pitchFamily="18" charset="0"/>
              </a:rPr>
              <a:t>informations</a:t>
            </a:r>
            <a:r>
              <a:rPr lang="en-GB" dirty="0">
                <a:latin typeface="Calibri (Body)"/>
                <a:cs typeface="Times New Roman" pitchFamily="18" charset="0"/>
              </a:rPr>
              <a:t>)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endParaRPr lang="en-GB" sz="1800" dirty="0">
              <a:latin typeface="Calibri (Body)"/>
              <a:cs typeface="Times New Roman" pitchFamily="18" charset="0"/>
            </a:endParaRPr>
          </a:p>
          <a:p>
            <a:pPr marL="342891" indent="-342891">
              <a:buFont typeface="Arial" panose="020B0604020202020204" pitchFamily="34" charset="0"/>
              <a:buChar char="•"/>
            </a:pPr>
            <a:endParaRPr lang="en-GB" dirty="0">
              <a:latin typeface="Calibri (Body)"/>
              <a:cs typeface="Times New Roman" pitchFamily="18" charset="0"/>
            </a:endParaRPr>
          </a:p>
          <a:p>
            <a:pPr marL="342891" indent="-342891">
              <a:buFont typeface="Arial" panose="020B0604020202020204" pitchFamily="34" charset="0"/>
              <a:buChar char="•"/>
            </a:pPr>
            <a:endParaRPr lang="en-GB" sz="1800" dirty="0">
              <a:latin typeface="Calibri (Body)"/>
              <a:cs typeface="Times New Roman" pitchFamily="18" charset="0"/>
            </a:endParaRPr>
          </a:p>
          <a:p>
            <a:pPr marL="342891" indent="-342891">
              <a:buFont typeface="Arial" panose="020B0604020202020204" pitchFamily="34" charset="0"/>
              <a:buChar char="•"/>
            </a:pPr>
            <a:endParaRPr lang="en-GB" dirty="0">
              <a:latin typeface="Calibri (Body)"/>
              <a:cs typeface="Times New Roman" pitchFamily="18" charset="0"/>
            </a:endParaRPr>
          </a:p>
          <a:p>
            <a:pPr marL="342891" indent="-342891">
              <a:buFont typeface="Arial" panose="020B0604020202020204" pitchFamily="34" charset="0"/>
              <a:buChar char="•"/>
            </a:pPr>
            <a:endParaRPr lang="en-GB" sz="1800" dirty="0">
              <a:latin typeface="Calibri (Body)"/>
              <a:cs typeface="Times New Roman" pitchFamily="18" charset="0"/>
            </a:endParaRPr>
          </a:p>
          <a:p>
            <a:pPr marL="342891" indent="-342891">
              <a:buFont typeface="Arial" panose="020B0604020202020204" pitchFamily="34" charset="0"/>
              <a:buChar char="•"/>
            </a:pPr>
            <a:endParaRPr lang="en-GB" dirty="0">
              <a:latin typeface="Calibri (Body)"/>
              <a:cs typeface="Times New Roman" pitchFamily="18" charset="0"/>
            </a:endParaRPr>
          </a:p>
          <a:p>
            <a:pPr marL="342891" indent="-342891">
              <a:buFont typeface="Arial" panose="020B0604020202020204" pitchFamily="34" charset="0"/>
              <a:buChar char="•"/>
            </a:pPr>
            <a:endParaRPr lang="en-GB" sz="1800" dirty="0">
              <a:latin typeface="Calibri (Body)"/>
              <a:cs typeface="Times New Roman" pitchFamily="18" charset="0"/>
            </a:endParaRPr>
          </a:p>
          <a:p>
            <a:pPr marL="342891" indent="-342891">
              <a:buFont typeface="Arial" panose="020B0604020202020204" pitchFamily="34" charset="0"/>
              <a:buChar char="•"/>
            </a:pPr>
            <a:endParaRPr lang="en-GB" dirty="0">
              <a:latin typeface="Calibri (Body)"/>
              <a:cs typeface="Times New Roman" pitchFamily="18" charset="0"/>
            </a:endParaRPr>
          </a:p>
          <a:p>
            <a:pPr marL="342891" indent="-342891">
              <a:buFont typeface="Arial" panose="020B0604020202020204" pitchFamily="34" charset="0"/>
              <a:buChar char="•"/>
            </a:pPr>
            <a:endParaRPr lang="en-GB" sz="1800" dirty="0">
              <a:latin typeface="Calibri (Body)"/>
              <a:cs typeface="Times New Roman" pitchFamily="18" charset="0"/>
            </a:endParaRP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dirty="0">
                <a:latin typeface="Calibri (Body)"/>
                <a:cs typeface="Times New Roman" pitchFamily="18" charset="0"/>
              </a:rPr>
              <a:t>In the terminal type ‘]’, this will open the package manager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1800" dirty="0">
                <a:latin typeface="Calibri (Body)"/>
                <a:cs typeface="Times New Roman" pitchFamily="18" charset="0"/>
              </a:rPr>
              <a:t>Type ‘add MAGEMinApp’, this will download and install MAGEMinApp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dirty="0">
                <a:latin typeface="Calibri (Body)"/>
                <a:cs typeface="Times New Roman" pitchFamily="18" charset="0"/>
              </a:rPr>
              <a:t>Once installed, quite the package manager by typing ‘BACKSPACE’ key</a:t>
            </a:r>
            <a:endParaRPr lang="en-GB" sz="1800" dirty="0">
              <a:latin typeface="Calibri (Body)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DA3556-4F62-E449-8EAE-33A36D74D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26" y="2296785"/>
            <a:ext cx="4305901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569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BD05-6E0D-442A-8B60-C4DD93148A32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6235E7-AAE2-FF4B-6A74-96E3CA2FC9BA}"/>
              </a:ext>
            </a:extLst>
          </p:cNvPr>
          <p:cNvSpPr/>
          <p:nvPr/>
        </p:nvSpPr>
        <p:spPr>
          <a:xfrm>
            <a:off x="0" y="1"/>
            <a:ext cx="12192000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Bookman Old Style" panose="02050604050505020204" pitchFamily="18" charset="0"/>
              </a:rPr>
              <a:t>Launch MAGEMinApp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129FE4-915E-AF0A-37D9-7BC9FC874F0B}"/>
              </a:ext>
            </a:extLst>
          </p:cNvPr>
          <p:cNvSpPr txBox="1"/>
          <p:nvPr/>
        </p:nvSpPr>
        <p:spPr>
          <a:xfrm>
            <a:off x="258914" y="875133"/>
            <a:ext cx="1072458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1800" dirty="0">
                <a:latin typeface="Calibri (Body)"/>
                <a:cs typeface="Times New Roman" pitchFamily="18" charset="0"/>
              </a:rPr>
              <a:t>In the Julia terminal, type:</a:t>
            </a:r>
          </a:p>
          <a:p>
            <a:pPr lvl="1"/>
            <a:r>
              <a:rPr lang="en-GB" dirty="0">
                <a:latin typeface="Calibri (Body)"/>
                <a:cs typeface="Times New Roman" pitchFamily="18" charset="0"/>
              </a:rPr>
              <a:t>‘using MAGEMinApp’</a:t>
            </a:r>
          </a:p>
          <a:p>
            <a:pPr lvl="1"/>
            <a:r>
              <a:rPr lang="en-GB" dirty="0">
                <a:latin typeface="Calibri (Body)"/>
                <a:cs typeface="Times New Roman" pitchFamily="18" charset="0"/>
              </a:rPr>
              <a:t>Then</a:t>
            </a:r>
          </a:p>
          <a:p>
            <a:pPr lvl="1"/>
            <a:r>
              <a:rPr lang="en-GB" dirty="0">
                <a:latin typeface="Calibri (Body)"/>
                <a:cs typeface="Times New Roman" pitchFamily="18" charset="0"/>
              </a:rPr>
              <a:t>‘App()’</a:t>
            </a:r>
          </a:p>
          <a:p>
            <a:pPr lvl="1"/>
            <a:endParaRPr lang="en-GB" dirty="0">
              <a:latin typeface="Calibri (Body)"/>
              <a:cs typeface="Times New Roman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 (Body)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E02055-7CC2-B65E-4EC2-3C4F084AF407}"/>
              </a:ext>
            </a:extLst>
          </p:cNvPr>
          <p:cNvSpPr txBox="1"/>
          <p:nvPr/>
        </p:nvSpPr>
        <p:spPr>
          <a:xfrm>
            <a:off x="258914" y="2086789"/>
            <a:ext cx="107245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1800" dirty="0">
                <a:latin typeface="Calibri (Body)"/>
                <a:cs typeface="Times New Roman" pitchFamily="18" charset="0"/>
              </a:rPr>
              <a:t>The following text will be displayed in the terminal:</a:t>
            </a:r>
            <a:endParaRPr lang="en-GB" dirty="0">
              <a:latin typeface="Calibri (Body)"/>
              <a:cs typeface="Times New Roman" pitchFamily="18" charset="0"/>
            </a:endParaRPr>
          </a:p>
          <a:p>
            <a:pPr lvl="1"/>
            <a:endParaRPr lang="en-GB" dirty="0">
              <a:latin typeface="Calibri (Body)"/>
              <a:cs typeface="Times New Roman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 (Body)"/>
              <a:cs typeface="Times New Roman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6D430A-C4E1-524C-1DCC-F21DDF0A3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17" y="2629459"/>
            <a:ext cx="3931221" cy="28023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12A442-8E19-AF87-1BCE-936A92033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606" y="2560198"/>
            <a:ext cx="5653583" cy="34485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CA7DE5-C38C-7F84-765F-CD0B18E7AFF2}"/>
              </a:ext>
            </a:extLst>
          </p:cNvPr>
          <p:cNvSpPr txBox="1"/>
          <p:nvPr/>
        </p:nvSpPr>
        <p:spPr>
          <a:xfrm>
            <a:off x="6000606" y="2123012"/>
            <a:ext cx="60172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1800" dirty="0">
                <a:latin typeface="Calibri (Body)"/>
                <a:cs typeface="Times New Roman" pitchFamily="18" charset="0"/>
              </a:rPr>
              <a:t>Copy and paste the address in your web-</a:t>
            </a:r>
            <a:r>
              <a:rPr lang="en-GB" sz="1800" dirty="0" err="1">
                <a:latin typeface="Calibri (Body)"/>
                <a:cs typeface="Times New Roman" pitchFamily="18" charset="0"/>
              </a:rPr>
              <a:t>brower</a:t>
            </a:r>
            <a:r>
              <a:rPr lang="en-GB" sz="1800" dirty="0">
                <a:latin typeface="Calibri (Body)"/>
                <a:cs typeface="Times New Roman" pitchFamily="18" charset="0"/>
              </a:rPr>
              <a:t>:</a:t>
            </a:r>
            <a:endParaRPr lang="en-GB" dirty="0">
              <a:latin typeface="Calibri (Body)"/>
              <a:cs typeface="Times New Roman" pitchFamily="18" charset="0"/>
            </a:endParaRPr>
          </a:p>
          <a:p>
            <a:pPr lvl="1"/>
            <a:endParaRPr lang="en-GB" dirty="0">
              <a:latin typeface="Calibri (Body)"/>
              <a:cs typeface="Times New Roman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 (Body)"/>
              <a:cs typeface="Times New Roman" pitchFamily="18" charset="0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C1248BF9-1357-55A7-8C17-38E8391ADDC8}"/>
              </a:ext>
            </a:extLst>
          </p:cNvPr>
          <p:cNvSpPr/>
          <p:nvPr/>
        </p:nvSpPr>
        <p:spPr>
          <a:xfrm>
            <a:off x="4617267" y="3603279"/>
            <a:ext cx="841973" cy="61849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322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1"/>
          <p:cNvSpPr/>
          <p:nvPr/>
        </p:nvSpPr>
        <p:spPr>
          <a:xfrm>
            <a:off x="1679520" y="-597120"/>
            <a:ext cx="304320" cy="3043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 sz="2400"/>
          </a:p>
        </p:txBody>
      </p:sp>
      <p:sp>
        <p:nvSpPr>
          <p:cNvPr id="124" name="CustomShape 2"/>
          <p:cNvSpPr/>
          <p:nvPr/>
        </p:nvSpPr>
        <p:spPr>
          <a:xfrm>
            <a:off x="1679520" y="-597120"/>
            <a:ext cx="304320" cy="3043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 sz="2400"/>
          </a:p>
        </p:txBody>
      </p:sp>
      <p:sp>
        <p:nvSpPr>
          <p:cNvPr id="125" name="CustomShape 3"/>
          <p:cNvSpPr/>
          <p:nvPr/>
        </p:nvSpPr>
        <p:spPr>
          <a:xfrm>
            <a:off x="1679520" y="-597120"/>
            <a:ext cx="304320" cy="3043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 sz="2400"/>
          </a:p>
        </p:txBody>
      </p:sp>
      <p:sp>
        <p:nvSpPr>
          <p:cNvPr id="126" name="CustomShape 4"/>
          <p:cNvSpPr/>
          <p:nvPr/>
        </p:nvSpPr>
        <p:spPr>
          <a:xfrm>
            <a:off x="1679520" y="-597120"/>
            <a:ext cx="304320" cy="3043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 sz="2400"/>
          </a:p>
        </p:txBody>
      </p:sp>
      <p:sp>
        <p:nvSpPr>
          <p:cNvPr id="127" name="CustomShape 5"/>
          <p:cNvSpPr/>
          <p:nvPr/>
        </p:nvSpPr>
        <p:spPr>
          <a:xfrm>
            <a:off x="1679520" y="-597120"/>
            <a:ext cx="304320" cy="3043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 sz="2400"/>
          </a:p>
        </p:txBody>
      </p:sp>
      <p:sp>
        <p:nvSpPr>
          <p:cNvPr id="128" name="CustomShape 6"/>
          <p:cNvSpPr/>
          <p:nvPr/>
        </p:nvSpPr>
        <p:spPr>
          <a:xfrm>
            <a:off x="1679520" y="-1184160"/>
            <a:ext cx="2361600" cy="15235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 sz="2400"/>
          </a:p>
        </p:txBody>
      </p:sp>
      <p:sp>
        <p:nvSpPr>
          <p:cNvPr id="129" name="CustomShape 7"/>
          <p:cNvSpPr/>
          <p:nvPr/>
        </p:nvSpPr>
        <p:spPr>
          <a:xfrm>
            <a:off x="1679520" y="-1184160"/>
            <a:ext cx="2361600" cy="15235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 sz="2400"/>
          </a:p>
        </p:txBody>
      </p:sp>
      <p:sp>
        <p:nvSpPr>
          <p:cNvPr id="130" name="CustomShape 8"/>
          <p:cNvSpPr/>
          <p:nvPr/>
        </p:nvSpPr>
        <p:spPr>
          <a:xfrm>
            <a:off x="1679520" y="-914400"/>
            <a:ext cx="1904640" cy="19046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 sz="2400"/>
          </a:p>
        </p:txBody>
      </p:sp>
      <p:sp>
        <p:nvSpPr>
          <p:cNvPr id="131" name="CustomShape 9"/>
          <p:cNvSpPr/>
          <p:nvPr/>
        </p:nvSpPr>
        <p:spPr>
          <a:xfrm>
            <a:off x="0" y="0"/>
            <a:ext cx="12191520" cy="4862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/>
          <a:lstStyle/>
          <a:p>
            <a:pPr algn="ctr">
              <a:lnSpc>
                <a:spcPct val="100000"/>
              </a:lnSpc>
            </a:pPr>
            <a:r>
              <a:rPr lang="en-US" sz="2400" b="1" spc="-1" dirty="0">
                <a:solidFill>
                  <a:srgbClr val="000000"/>
                </a:solidFill>
                <a:latin typeface="Bookman Old Style"/>
                <a:ea typeface="DejaVu Sans"/>
              </a:rPr>
              <a:t>MAGEMin_C, the </a:t>
            </a:r>
            <a:r>
              <a:rPr lang="en-US" sz="2400" b="1" spc="-1" dirty="0" err="1">
                <a:solidFill>
                  <a:srgbClr val="000000"/>
                </a:solidFill>
                <a:latin typeface="Bookman Old Style"/>
                <a:ea typeface="DejaVu Sans"/>
              </a:rPr>
              <a:t>julia</a:t>
            </a:r>
            <a:r>
              <a:rPr lang="en-US" sz="2400" b="1" spc="-1" dirty="0">
                <a:solidFill>
                  <a:srgbClr val="000000"/>
                </a:solidFill>
                <a:latin typeface="Bookman Old Style"/>
                <a:ea typeface="DejaVu Sans"/>
              </a:rPr>
              <a:t> interface: installation</a:t>
            </a:r>
            <a:endParaRPr lang="en-US" sz="2400" spc="-1" dirty="0">
              <a:latin typeface="Arial"/>
            </a:endParaRPr>
          </a:p>
        </p:txBody>
      </p:sp>
      <p:sp>
        <p:nvSpPr>
          <p:cNvPr id="132" name="TextShape 10"/>
          <p:cNvSpPr txBox="1"/>
          <p:nvPr/>
        </p:nvSpPr>
        <p:spPr>
          <a:xfrm>
            <a:off x="8737440" y="8475360"/>
            <a:ext cx="2844000" cy="48576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/>
          <a:lstStyle/>
          <a:p>
            <a:pPr>
              <a:lnSpc>
                <a:spcPct val="100000"/>
              </a:lnSpc>
            </a:pPr>
            <a:fld id="{4E407B41-23CD-4366-8861-561BE7D1D01F}" type="slidenum">
              <a:rPr lang="en-US" sz="2400" spc="-1">
                <a:solidFill>
                  <a:srgbClr val="000000"/>
                </a:solidFill>
                <a:latin typeface="Arial"/>
                <a:ea typeface="DejaVu Sans"/>
              </a:rPr>
              <a:t>7</a:t>
            </a:fld>
            <a:endParaRPr lang="en-US" sz="2400" spc="-1">
              <a:latin typeface="Times New Roman"/>
            </a:endParaRPr>
          </a:p>
        </p:txBody>
      </p:sp>
      <p:sp>
        <p:nvSpPr>
          <p:cNvPr id="133" name="CustomShape 11"/>
          <p:cNvSpPr/>
          <p:nvPr/>
        </p:nvSpPr>
        <p:spPr>
          <a:xfrm>
            <a:off x="8737440" y="6356160"/>
            <a:ext cx="2844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/>
          <a:lstStyle/>
          <a:p>
            <a:pPr algn="r">
              <a:lnSpc>
                <a:spcPct val="100000"/>
              </a:lnSpc>
            </a:pPr>
            <a:fld id="{5DEBC4A8-6BF4-4463-B7D9-1359F464C981}" type="slidenum">
              <a:rPr lang="en-US" sz="1600" spc="-1">
                <a:solidFill>
                  <a:srgbClr val="8B8B8B"/>
                </a:solidFill>
                <a:latin typeface="Calibri"/>
                <a:ea typeface="DejaVu Sans"/>
              </a:rPr>
              <a:t>7</a:t>
            </a:fld>
            <a:endParaRPr lang="en-US" sz="1600" spc="-1">
              <a:latin typeface="Arial"/>
            </a:endParaRPr>
          </a:p>
        </p:txBody>
      </p:sp>
      <p:pic>
        <p:nvPicPr>
          <p:cNvPr id="134" name="Picture 6"/>
          <p:cNvPicPr/>
          <p:nvPr/>
        </p:nvPicPr>
        <p:blipFill>
          <a:blip r:embed="rId2"/>
          <a:stretch/>
        </p:blipFill>
        <p:spPr>
          <a:xfrm>
            <a:off x="6838560" y="2183040"/>
            <a:ext cx="4980000" cy="3052800"/>
          </a:xfrm>
          <a:prstGeom prst="rect">
            <a:avLst/>
          </a:prstGeom>
          <a:ln>
            <a:noFill/>
          </a:ln>
        </p:spPr>
      </p:pic>
      <p:sp>
        <p:nvSpPr>
          <p:cNvPr id="135" name="CustomShape 12"/>
          <p:cNvSpPr/>
          <p:nvPr/>
        </p:nvSpPr>
        <p:spPr>
          <a:xfrm>
            <a:off x="1280640" y="775200"/>
            <a:ext cx="9981600" cy="444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/>
          <a:lstStyle/>
          <a:p>
            <a:pPr marL="457429" indent="-456469"/>
            <a:r>
              <a:rPr lang="en-US" sz="2133" spc="-1">
                <a:solidFill>
                  <a:srgbClr val="000000"/>
                </a:solidFill>
                <a:latin typeface="Bookman Old Style"/>
                <a:ea typeface="DejaVu Sans"/>
              </a:rPr>
              <a:t>https://github.com/ComputationalThermodynamics/MAGEMin_C.jl</a:t>
            </a:r>
            <a:endParaRPr lang="en-US" sz="2133" spc="-1">
              <a:latin typeface="Arial"/>
            </a:endParaRPr>
          </a:p>
        </p:txBody>
      </p:sp>
      <p:sp>
        <p:nvSpPr>
          <p:cNvPr id="136" name="CustomShape 13"/>
          <p:cNvSpPr/>
          <p:nvPr/>
        </p:nvSpPr>
        <p:spPr>
          <a:xfrm>
            <a:off x="1142400" y="2681280"/>
            <a:ext cx="5510880" cy="1240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/>
          <a:lstStyle/>
          <a:p>
            <a:pPr>
              <a:lnSpc>
                <a:spcPct val="100000"/>
              </a:lnSpc>
            </a:pPr>
            <a:r>
              <a:rPr lang="en-US" sz="1467" b="1" spc="-1" dirty="0">
                <a:solidFill>
                  <a:srgbClr val="404040"/>
                </a:solidFill>
                <a:latin typeface="Bookman Old Style"/>
                <a:ea typeface="DejaVu Sans"/>
              </a:rPr>
              <a:t>Install MAGEMin_C</a:t>
            </a:r>
            <a:endParaRPr lang="en-US" sz="1467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67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67" spc="-1" dirty="0" err="1">
                <a:solidFill>
                  <a:srgbClr val="404040"/>
                </a:solidFill>
                <a:latin typeface="Consolas"/>
                <a:ea typeface="DejaVu Sans"/>
              </a:rPr>
              <a:t>julia</a:t>
            </a:r>
            <a:r>
              <a:rPr lang="en-US" sz="1467" spc="-1" dirty="0">
                <a:solidFill>
                  <a:srgbClr val="404040"/>
                </a:solidFill>
                <a:latin typeface="Consolas"/>
                <a:ea typeface="DejaVu Sans"/>
              </a:rPr>
              <a:t>&gt; ] </a:t>
            </a:r>
            <a:r>
              <a:rPr lang="en-US" sz="1467" spc="-1" dirty="0">
                <a:solidFill>
                  <a:srgbClr val="000000"/>
                </a:solidFill>
                <a:latin typeface="Consolas"/>
                <a:ea typeface="DejaVu Sans"/>
              </a:rPr>
              <a:t>		</a:t>
            </a:r>
            <a:r>
              <a:rPr lang="en-US" sz="1467" spc="-1" dirty="0">
                <a:solidFill>
                  <a:srgbClr val="4F81BD"/>
                </a:solidFill>
                <a:latin typeface="Consolas"/>
                <a:ea typeface="DejaVu Sans"/>
              </a:rPr>
              <a:t># opens the package manager</a:t>
            </a:r>
            <a:br>
              <a:rPr sz="2400" dirty="0"/>
            </a:br>
            <a:r>
              <a:rPr lang="en-US" sz="1467" spc="-1" dirty="0">
                <a:solidFill>
                  <a:srgbClr val="404040"/>
                </a:solidFill>
                <a:latin typeface="Consolas"/>
                <a:ea typeface="DejaVu Sans"/>
              </a:rPr>
              <a:t>pkg&gt; add MAGEMin_C </a:t>
            </a:r>
            <a:r>
              <a:rPr lang="en-US" sz="1467" spc="-1" dirty="0">
                <a:solidFill>
                  <a:srgbClr val="000000"/>
                </a:solidFill>
                <a:latin typeface="Consolas"/>
                <a:ea typeface="DejaVu Sans"/>
              </a:rPr>
              <a:t>	</a:t>
            </a:r>
            <a:r>
              <a:rPr lang="en-US" sz="1467" spc="-1" dirty="0">
                <a:solidFill>
                  <a:srgbClr val="4F81BD"/>
                </a:solidFill>
                <a:latin typeface="Consolas"/>
                <a:ea typeface="DejaVu Sans"/>
              </a:rPr>
              <a:t># MAGEMin_C </a:t>
            </a:r>
            <a:endParaRPr lang="en-US" sz="1467" spc="-1" dirty="0">
              <a:latin typeface="Arial"/>
            </a:endParaRPr>
          </a:p>
        </p:txBody>
      </p:sp>
      <p:pic>
        <p:nvPicPr>
          <p:cNvPr id="137" name="Picture 2"/>
          <p:cNvPicPr/>
          <p:nvPr/>
        </p:nvPicPr>
        <p:blipFill>
          <a:blip r:embed="rId3"/>
          <a:stretch/>
        </p:blipFill>
        <p:spPr>
          <a:xfrm>
            <a:off x="126240" y="3033120"/>
            <a:ext cx="868320" cy="537120"/>
          </a:xfrm>
          <a:prstGeom prst="rect">
            <a:avLst/>
          </a:prstGeom>
          <a:ln>
            <a:noFill/>
          </a:ln>
        </p:spPr>
      </p:pic>
      <p:pic>
        <p:nvPicPr>
          <p:cNvPr id="138" name="Picture 4"/>
          <p:cNvPicPr/>
          <p:nvPr/>
        </p:nvPicPr>
        <p:blipFill>
          <a:blip r:embed="rId4"/>
          <a:stretch/>
        </p:blipFill>
        <p:spPr>
          <a:xfrm>
            <a:off x="126240" y="709440"/>
            <a:ext cx="1055040" cy="564480"/>
          </a:xfrm>
          <a:prstGeom prst="rect">
            <a:avLst/>
          </a:prstGeom>
          <a:ln>
            <a:noFill/>
          </a:ln>
        </p:spPr>
      </p:pic>
      <p:sp>
        <p:nvSpPr>
          <p:cNvPr id="139" name="CustomShape 14"/>
          <p:cNvSpPr/>
          <p:nvPr/>
        </p:nvSpPr>
        <p:spPr>
          <a:xfrm>
            <a:off x="1142400" y="4176960"/>
            <a:ext cx="5510880" cy="1240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/>
          <a:lstStyle/>
          <a:p>
            <a:pPr>
              <a:lnSpc>
                <a:spcPct val="100000"/>
              </a:lnSpc>
            </a:pPr>
            <a:r>
              <a:rPr lang="en-US" sz="1467" b="1" spc="-1" dirty="0">
                <a:solidFill>
                  <a:srgbClr val="404040"/>
                </a:solidFill>
                <a:latin typeface="Bookman Old Style"/>
                <a:ea typeface="DejaVu Sans"/>
              </a:rPr>
              <a:t>Load MAGEMin_C</a:t>
            </a:r>
            <a:endParaRPr lang="en-US" sz="1467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67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67" spc="-1" dirty="0" err="1">
                <a:solidFill>
                  <a:srgbClr val="404040"/>
                </a:solidFill>
                <a:latin typeface="Consolas"/>
                <a:ea typeface="DejaVu Sans"/>
              </a:rPr>
              <a:t>julia</a:t>
            </a:r>
            <a:r>
              <a:rPr lang="en-US" sz="1467" spc="-1" dirty="0">
                <a:solidFill>
                  <a:srgbClr val="404040"/>
                </a:solidFill>
                <a:latin typeface="Consolas"/>
                <a:ea typeface="DejaVu Sans"/>
              </a:rPr>
              <a:t>&gt; using MAGEMin_C</a:t>
            </a:r>
            <a:r>
              <a:rPr lang="en-US" sz="1467" spc="-1" dirty="0">
                <a:solidFill>
                  <a:srgbClr val="000000"/>
                </a:solidFill>
                <a:latin typeface="Consolas"/>
                <a:ea typeface="DejaVu Sans"/>
              </a:rPr>
              <a:t>	</a:t>
            </a:r>
            <a:r>
              <a:rPr lang="en-US" sz="1467" spc="-1" dirty="0">
                <a:solidFill>
                  <a:srgbClr val="4F81BD"/>
                </a:solidFill>
                <a:latin typeface="Consolas"/>
                <a:ea typeface="DejaVu Sans"/>
              </a:rPr>
              <a:t># load MAGEMin_C</a:t>
            </a:r>
            <a:endParaRPr lang="en-US" sz="1467" spc="-1" dirty="0">
              <a:latin typeface="Arial"/>
            </a:endParaRPr>
          </a:p>
        </p:txBody>
      </p:sp>
      <p:sp>
        <p:nvSpPr>
          <p:cNvPr id="140" name="CustomShape 15"/>
          <p:cNvSpPr/>
          <p:nvPr/>
        </p:nvSpPr>
        <p:spPr>
          <a:xfrm>
            <a:off x="8737440" y="6356160"/>
            <a:ext cx="2843040" cy="36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/>
          <a:lstStyle/>
          <a:p>
            <a:pPr algn="r">
              <a:lnSpc>
                <a:spcPct val="100000"/>
              </a:lnSpc>
            </a:pPr>
            <a:fld id="{5DC7C0C8-43EA-417E-8892-778B82DB363B}" type="slidenum">
              <a:rPr lang="en-US" sz="1600" spc="-1">
                <a:solidFill>
                  <a:srgbClr val="8B8B8B"/>
                </a:solidFill>
                <a:latin typeface="Calibri"/>
                <a:ea typeface="DejaVu Sans"/>
              </a:rPr>
              <a:t>7</a:t>
            </a:fld>
            <a:endParaRPr lang="en-US" sz="1600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317</Words>
  <Application>Microsoft Macintosh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Aptos</vt:lpstr>
      <vt:lpstr>Aptos Display</vt:lpstr>
      <vt:lpstr>Arial</vt:lpstr>
      <vt:lpstr>Bookman Old Style</vt:lpstr>
      <vt:lpstr>Calibri</vt:lpstr>
      <vt:lpstr>Calibri (Body)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Riel, Dr. Nicolas</dc:creator>
  <cp:lastModifiedBy>Riel, Dr. Nicolas</cp:lastModifiedBy>
  <cp:revision>36</cp:revision>
  <dcterms:created xsi:type="dcterms:W3CDTF">2024-07-08T19:58:25Z</dcterms:created>
  <dcterms:modified xsi:type="dcterms:W3CDTF">2025-04-08T07:25:08Z</dcterms:modified>
</cp:coreProperties>
</file>